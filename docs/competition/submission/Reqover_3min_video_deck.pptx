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00558ca2e40f6" /><Relationship Type="http://schemas.openxmlformats.org/officeDocument/2006/relationships/extended-properties" Target="/docProps/app.xml" Id="R9681415204e44b2a" /><Relationship Type="http://schemas.openxmlformats.org/officeDocument/2006/relationships/officeDocument" Target="/ppt/presentation.xml" Id="R626c222fa4bb47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5654101ac240e2"/>
  </p:sldMasterIdLst>
  <p:notesMasterIdLst>
    <p:notesMasterId xmlns:r="http://schemas.openxmlformats.org/officeDocument/2006/relationships" r:id="R03714e0add014340"/>
  </p:notesMasterIdLst>
  <p:sldIdLst>
    <p:sldId xmlns:r="http://schemas.openxmlformats.org/officeDocument/2006/relationships" id="256" r:id="R35787d13269f43a6"/>
    <p:sldId xmlns:r="http://schemas.openxmlformats.org/officeDocument/2006/relationships" id="257" r:id="R47e72c4254414671"/>
    <p:sldId xmlns:r="http://schemas.openxmlformats.org/officeDocument/2006/relationships" id="258" r:id="Rc7f50fb7eb20469c"/>
    <p:sldId xmlns:r="http://schemas.openxmlformats.org/officeDocument/2006/relationships" id="259" r:id="Rd94730ac1f7e4726"/>
    <p:sldId xmlns:r="http://schemas.openxmlformats.org/officeDocument/2006/relationships" id="260" r:id="R0ba3c9d836884d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9de75574ad477c" /><Relationship Type="http://schemas.openxmlformats.org/officeDocument/2006/relationships/slideMaster" Target="/ppt/slideMasters/slideMaster1.xml" Id="R325654101ac240e2" /><Relationship Type="http://schemas.openxmlformats.org/officeDocument/2006/relationships/notesMaster" Target="/ppt/notesMasters/notesMaster1.xml" Id="R03714e0add014340" /><Relationship Type="http://schemas.openxmlformats.org/officeDocument/2006/relationships/presProps" Target="/ppt/presProps.xml" Id="Rbda87fe2cbb743ea" /><Relationship Type="http://schemas.openxmlformats.org/officeDocument/2006/relationships/tableStyles" Target="/ppt/tableStyles.xml" Id="R136a3f38125c4d1d" /><Relationship Type="http://schemas.openxmlformats.org/officeDocument/2006/relationships/slide" Target="/ppt/slides/slide1.xml" Id="R35787d13269f43a6" /><Relationship Type="http://schemas.openxmlformats.org/officeDocument/2006/relationships/slide" Target="/ppt/slides/slide2.xml" Id="R47e72c4254414671" /><Relationship Type="http://schemas.openxmlformats.org/officeDocument/2006/relationships/slide" Target="/ppt/slides/slide3.xml" Id="Rc7f50fb7eb20469c" /><Relationship Type="http://schemas.openxmlformats.org/officeDocument/2006/relationships/slide" Target="/ppt/slides/slide4.xml" Id="Rd94730ac1f7e4726" /><Relationship Type="http://schemas.openxmlformats.org/officeDocument/2006/relationships/slide" Target="/ppt/slides/slide5.xml" Id="R0ba3c9d836884d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6bfacaeb4e48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cf9208bb04492" /><Relationship Type="http://schemas.openxmlformats.org/officeDocument/2006/relationships/notesMaster" Target="/ppt/notesMasters/notesMaster1.xml" Id="Rc517f73ae8de4c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82f5c97e90422e" /><Relationship Type="http://schemas.openxmlformats.org/officeDocument/2006/relationships/notesMaster" Target="/ppt/notesMasters/notesMaster1.xml" Id="R28bb9cc381ef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260ec4a0d547e2" /><Relationship Type="http://schemas.openxmlformats.org/officeDocument/2006/relationships/notesMaster" Target="/ppt/notesMasters/notesMaster1.xml" Id="Ra2240c6427c545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799d1415b34d79" /><Relationship Type="http://schemas.openxmlformats.org/officeDocument/2006/relationships/notesMaster" Target="/ppt/notesMasters/notesMaster1.xml" Id="R8da0d9aa17f04d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3c0362c6844823" /><Relationship Type="http://schemas.openxmlformats.org/officeDocument/2006/relationships/notesMaster" Target="/ppt/notesMasters/notesMaster1.xml" Id="R88a82fde22f8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Reqover는 Spring 애플리케이션에서 어떤 HTTP 요청이 어떤 메서드를 실행했는지 연결하는 오픈소스 개발자 도구입니다.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docs/competition/19_demo_video_script.md</a:t>
            </a:r>
          </a:p>
          <a:p xmlns:a="http://schemas.openxmlformats.org/drawingml/2006/main">
            <a:r>
              <a:t>- docs/assets/reqover-mvc-request-attribution.png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일반적인 집계 커버리지는 코드가 실행됐다는 사실은 보여주지만, 그 실행을 만든 HTTP 요청을 기본 차원으로 남기지는 않습니다. Reqover는 관측 endpoint와 method-entry 실행을 양방향으로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docs/competition/19_demo_video_script.md</a:t>
            </a:r>
          </a:p>
          <a:p xmlns:a="http://schemas.openxmlformats.org/drawingml/2006/main">
            <a:r>
              <a:t>- docs/assets/reqover-code-to-endpoint-index.png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Java Agent가 선택한 애플리케이션 클래스에 method-entry probe를 넣고, Spring adapter가 만든 현재 요청 bucket으로 hit를 전달합니다. WebFlux에서는 Reactor Context를 통해 thread가 바뀌어도 같은 bucket을 유지합니다.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docs/02_architecture.md</a:t>
            </a:r>
          </a:p>
          <a:p xmlns:a="http://schemas.openxmlformats.org/drawingml/2006/main">
            <a:r>
              <a:t>- docs/09_agent_e2e_demo.md</a:t>
            </a:r>
          </a:p>
          <a:p xmlns:a="http://schemas.openxmlformats.org/drawingml/2006/main">
            <a:r>
              <a:t>- docs/assets/reqover-webflux-thread-hop.png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소스는 Java 17과 21에서 35개 테스트로 검증하고, CycloneDX SBOM의 Maven 구성요소를 OSV에 조회해 취약 구성요소 0건을 확인했습니다.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docs/competition/19_demo_video_script.md</a:t>
            </a:r>
          </a:p>
          <a:p xmlns:a="http://schemas.openxmlformats.org/drawingml/2006/main">
            <a:r>
              <a:t>- docs/competition/18_final_submission_plan.md</a:t>
            </a:r>
          </a:p>
          <a:p xmlns:a="http://schemas.openxmlformats.org/drawingml/2006/main">
            <a:r>
              <a:t>- .github/workflows/build.yml</a:t>
            </a:r>
          </a:p>
          <a:p xmlns:a="http://schemas.openxmlformats.org/drawingml/2006/main">
            <a:r>
              <a:t>- scripts/check-sbom-osv.py</a:t>
            </a:r>
          </a:p>
          <a:p xmlns:a="http://schemas.openxmlformats.org/drawingml/2006/main">
            <a:r>
              <a:t>- sbom/reqover.cdx.json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Reqover 0.1.0은 method-entry 정밀도의 개발·QA용 초기 릴리스입니다. Apache-2.0 라이선스, CycloneDX SBOM, 설치와 한계, 전체 재현 절차는 GitHub 저장소에서 확인해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LICENSE</a:t>
            </a:r>
          </a:p>
          <a:p xmlns:a="http://schemas.openxmlformats.org/drawingml/2006/main">
            <a:r>
              <a:t>- THIRD_PARTY_NOTICES.md</a:t>
            </a:r>
          </a:p>
          <a:p xmlns:a="http://schemas.openxmlformats.org/drawingml/2006/main">
            <a:r>
              <a:t>- sbom/reqover.cdx.json</a:t>
            </a:r>
          </a:p>
          <a:p xmlns:a="http://schemas.openxmlformats.org/drawingml/2006/main">
            <a:r>
              <a:t>- docs/17_integration_guide.md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7facd367c4e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22b6dcc3bb4e08" /><Relationship Type="http://schemas.openxmlformats.org/officeDocument/2006/relationships/slideLayout" Target="/ppt/slideLayouts/slideLayout1.xml" Id="R45964a25a88f40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964a25a88f40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b6518036a4eae" /><Relationship Type="http://schemas.openxmlformats.org/officeDocument/2006/relationships/image" Target="/ppt/media/image.png" Id="Rd19193cb803348f6" /><Relationship Type="http://schemas.openxmlformats.org/officeDocument/2006/relationships/notesSlide" Target="/ppt/notesSlides/notesSlide1.xml" Id="R0ea8a284677149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af1c701024b22" /><Relationship Type="http://schemas.openxmlformats.org/officeDocument/2006/relationships/image" Target="/ppt/media/image2.png" Id="R5508d7c530814068" /><Relationship Type="http://schemas.openxmlformats.org/officeDocument/2006/relationships/notesSlide" Target="/ppt/notesSlides/notesSlide2.xml" Id="R35a8ce0fa28d41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f36f8697745f4" /><Relationship Type="http://schemas.openxmlformats.org/officeDocument/2006/relationships/image" Target="/ppt/media/image3.png" Id="R47dcd70d87b943af" /><Relationship Type="http://schemas.openxmlformats.org/officeDocument/2006/relationships/notesSlide" Target="/ppt/notesSlides/notesSlide3.xml" Id="R1dcb608844e6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d57523cb41d8" /><Relationship Type="http://schemas.openxmlformats.org/officeDocument/2006/relationships/notesSlide" Target="/ppt/notesSlides/notesSlide4.xml" Id="R6b9675eeaab84e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880a6ff324d6f" /><Relationship Type="http://schemas.openxmlformats.org/officeDocument/2006/relationships/notesSlide" Target="/ppt/notesSlides/notesSlide5.xml" Id="R1f32c3c0dda04f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C402DD0-B3ED-4981-96D7-9C0491B8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7E60E72-D3F8-49EE-81AB-15930D2E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REQOVER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23AEBF3B-FF51-49ED-A8F6-C54F2D3E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BEA5CDA-CBC3-47D3-B06A-F89DD60A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요청이 실행한 코드를
연결합니다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Spring MVC·WebFlux에서
HTTP 요청 ↔ method-entry 실행 근거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193cb803348f6"/>
          <a:stretch xmlns:a="http://schemas.openxmlformats.org/drawingml/2006/main"/>
        </p:blipFill>
        <p:spPr>
          <a:xfrm xmlns:a="http://schemas.openxmlformats.org/drawingml/2006/main">
            <a:off x="6269069" y="1465550"/>
            <a:ext cx="5539740" cy="3463795"/>
          </a:xfrm>
          <a:prstGeom xmlns:a="http://schemas.openxmlformats.org/drawingml/2006/main" prst="roundRect">
            <a:avLst>
              <a:gd name="adj" fmla="val 1032"/>
            </a:avLst>
          </a:prstGeom>
        </p:spPr>
      </p:pic>
    </p:spTree>
    <p:extLst>
      <p:ext uri="{BB962C8B-B14F-4D97-AF65-F5344CB8AC3E}">
        <p14:creationId xmlns:p14="http://schemas.microsoft.com/office/powerpoint/2010/main" val="20729504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FCF6C5B-9F73-4729-B3EF-F8BA9A53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DBBB414-AAD9-4073-8765-E43CFC96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커버리지에 ‘요청’ 차원을 더합니다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15487D9-5BEA-40BA-8355-269C3B43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기존 커버리지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코드 실행 여부는 보여도
실행을 만든 HTTP 요청은 남지 않습니다.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866CF8B8-C942-4FF1-A318-DE46C491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Reqover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요청 → 코드, 코드 → 관측 endpoint를
두 방향으로 확인합니다.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8d7c530814068"/>
          <a:srcRect xmlns:a="http://schemas.openxmlformats.org/drawingml/2006/main" l="534" t="0" r="5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56592" y="3200400"/>
            <a:ext cx="5537168" cy="24765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</p:spTree>
    <p:extLst>
      <p:ext uri="{BB962C8B-B14F-4D97-AF65-F5344CB8AC3E}">
        <p14:creationId xmlns:p14="http://schemas.microsoft.com/office/powerpoint/2010/main" val="8822141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F7DF5C7-A0D2-4117-AB66-01F28632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836D24B-1D09-48F6-9C97-882368C9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세 단계로 요청과 실행을 연결합니다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B0CFB5D-09C5-441E-B01E-187BB6C9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72305C9-049D-4D1B-B6AD-ED6531F6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E6C4E46-778D-48EB-9D9B-1A072558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F6C7E339-81DD-42F7-B914-AC4E3C96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01  REQUEST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60D2A2E-7B1B-4A65-BC88-CDBBA39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02  CONTEXT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030FE28-15EB-484F-B66A-F302D508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03  REPORT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9511743-2060-4C01-8137-4D02236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method-entry hit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Java Agent probe가 선택한
애플리케이션 코드를 기록합니다.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AD04FDA6-730C-4311-BDDF-2CFFAB93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요청 bucket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MVC 또는 WebFlux adapter가
현재 요청을 식별합니다.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61128A59-8C6C-429D-BC23-E68A570C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양방향 report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요청별 코드와 코드별 endpoint를
같은 실행 근거로 집계합니다.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cd70d87b943af"/>
          <a:srcRect xmlns:a="http://schemas.openxmlformats.org/drawingml/2006/main" l="41" t="0" r="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333500"/>
            <a:ext cx="4762500" cy="1438275"/>
          </a:xfrm>
          <a:prstGeom xmlns:a="http://schemas.openxmlformats.org/drawingml/2006/main" prst="roundRect">
            <a:avLst>
              <a:gd name="adj" fmla="val 3974"/>
            </a:avLst>
          </a:prstGeom>
        </p:spPr>
      </p:pic>
    </p:spTree>
    <p:extLst>
      <p:ext uri="{BB962C8B-B14F-4D97-AF65-F5344CB8AC3E}">
        <p14:creationId xmlns:p14="http://schemas.microsoft.com/office/powerpoint/2010/main" val="7743402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9987B07-88DA-4AED-8C41-7CAE5177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A54B3DB0-D77E-4E31-A82A-D289539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7FF091-21B1-4D0B-9AD8-EF59196F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20042222-1CFF-4DDA-9349-17A8B1B1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8BA6015-665D-48AF-A53C-0B2422DE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코드와 공급망을 함께 검증했습니다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4CCF25F-E1BF-488E-873C-61CFB7B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자동화 테스트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BB3EB8C-A7E5-4DDB-842B-10BADA1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OSV 취약 구성요소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CCDD55F-7647-4008-867E-73617EA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JDK 검증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6EC6CAE-4F82-4838-B537-16374891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029C6F2-D182-4243-BC0D-DE817FFB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17·21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028BC841-7EF0-4B5F-9002-89C5F125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8745B2B-3533-4001-BB91-28324631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재현 가능한 초기 릴리스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동일한 소스에서 빌드·테스트·SBOM·취약점 검사를 반복합니다.</a:t>
            </a:r>
          </a:p>
        </p:txBody>
      </p:sp>
    </p:spTree>
    <p:extLst>
      <p:ext uri="{BB962C8B-B14F-4D97-AF65-F5344CB8AC3E}">
        <p14:creationId xmlns:p14="http://schemas.microsoft.com/office/powerpoint/2010/main" val="17103823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D2D70F2-8F1A-4552-8E0F-A2669E12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실행 근거로
재검증 대상을 좁힙니다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B276723-1E72-4A48-A347-8AB3EBB5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Apache-2.0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CycloneDX SBOM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Apple SD Gothic Neo"/>
                <a:ea typeface="Apple SD Gothic Neo"/>
                <a:cs typeface="Apple SD Gothic Neo"/>
              </a:rPr>
              <a:t>github.com/reqover-labs/reqover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2B5C9CC-4164-4C65-91AD-6758DE1E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6505E"/>
                </a:solidFill>
                <a:latin typeface="Apple SD Gothic Neo"/>
                <a:ea typeface="Apple SD Gothic Neo"/>
                <a:cs typeface="Apple SD Gothic Neo"/>
              </a:rPr>
              <a:t>REQOVER
0.1.0</a:t>
            </a:r>
          </a:p>
        </p:txBody>
      </p:sp>
    </p:spTree>
    <p:extLst>
      <p:ext uri="{BB962C8B-B14F-4D97-AF65-F5344CB8AC3E}">
        <p14:creationId xmlns:p14="http://schemas.microsoft.com/office/powerpoint/2010/main" val="2094374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2026-08-10T07:01:03.2020000Z</dcterms:created>
  <dcterms:modified xsi:type="dcterms:W3CDTF">2026-08-10T07:01:03.2020000Z</dcterms:modified>
</coreProperties>
</file>